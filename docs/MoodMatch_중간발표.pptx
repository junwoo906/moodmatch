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중간발표  ·  2026.10.27 (화)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7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MoodMatch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6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AI 기반 개인 맞춤 팝업·카페·전시 추천 서비스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60520"/>
            <a:ext cx="914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팀원: (이름 입력)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과제 주제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내 취향에 맞고, 지금 운영 중인 곳을 찾아준다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팝업과 전시가 너무 많고 빨리 바뀌어서, 취향에 맞으면서 지금 운영 중인 곳을 찾기 어렵다.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취향을 분석하고 실제 장소 데이터와 비교해 맞춤 추천한다. 운영 기간과 종료 여부도 확인한다.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 w="12700">
            <a:solidFill>
              <a:srgbClr val="0D6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차별점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GPT에게 추천을 묻는 서비스가 아니다. 취향과 장소를 같은 기준의 태그로 구조화하고, 순위는 추천 알고리즘이 계산한다.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전체 과제의 입력 및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입력에서 출력까지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입력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2926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651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취향 질문 답변(체험·분위기·굿즈·사진·가격), 방문 날짜, 희망 지역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2926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2651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장소 데이터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팝업·카페·전시의 이름, 지역, 운영 기간, 가격, 소개글, 출처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2880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240280"/>
            <a:ext cx="731520" cy="530352"/>
          </a:xfrm>
          <a:prstGeom prst="roundRect">
            <a:avLst>
              <a:gd name="adj" fmla="val 8000"/>
            </a:avLst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240280"/>
            <a:ext cx="731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2240280"/>
            <a:ext cx="35204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240280"/>
            <a:ext cx="329184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취향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2916936"/>
            <a:ext cx="731520" cy="530352"/>
          </a:xfrm>
          <a:prstGeom prst="roundRect">
            <a:avLst>
              <a:gd name="adj" fmla="val 8000"/>
            </a:avLst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916936"/>
            <a:ext cx="731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2916936"/>
            <a:ext cx="35204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916936"/>
            <a:ext cx="329184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장소 특징 추출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3593592"/>
            <a:ext cx="731520" cy="530352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593592"/>
            <a:ext cx="731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3593592"/>
            <a:ext cx="35204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593592"/>
            <a:ext cx="329184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조건 필터 (날짜·지역·가격·운영 상태)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4270248"/>
            <a:ext cx="731520" cy="530352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4270248"/>
            <a:ext cx="731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4270248"/>
            <a:ext cx="35204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270248"/>
            <a:ext cx="329184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취향 매칭 점수 계산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4946904"/>
            <a:ext cx="731520" cy="530352"/>
          </a:xfrm>
          <a:prstGeom prst="roundRect">
            <a:avLst>
              <a:gd name="adj" fmla="val 8000"/>
            </a:avLst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4946904"/>
            <a:ext cx="73152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09160" y="4946904"/>
            <a:ext cx="352044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4946904"/>
            <a:ext cx="3291840" cy="530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이유 생성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611880" y="3611880"/>
            <a:ext cx="274320" cy="365760"/>
          </a:xfrm>
          <a:prstGeom prst="rightArrow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8321040" y="3611880"/>
            <a:ext cx="274320" cy="365760"/>
          </a:xfrm>
          <a:prstGeom prst="rightArrow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182880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출력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41080" y="2240280"/>
            <a:ext cx="2926080" cy="33375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 w="12700">
            <a:solidFill>
              <a:srgbClr val="0D6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2377440"/>
            <a:ext cx="2651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맞춤 추천 장소 목록</a:t>
            </a:r>
          </a:p>
          <a:p>
            <a:pPr algn="l" eaLnBrk="0">
              <a:lnSpc>
                <a:spcPct val="120000"/>
              </a:lnSpc>
              <a:spcAft>
                <a:spcPts val="14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순위와 점수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장소별 추천 이유</a:t>
            </a:r>
          </a:p>
          <a:p>
            <a:pPr algn="l" eaLnBrk="0">
              <a:lnSpc>
                <a:spcPct val="120000"/>
              </a:lnSpc>
              <a:spcAft>
                <a:spcPts val="14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왜 나에게 맞는지 설명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피드백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좋아요 / 별로예요 → 다음 추천에 반영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사용 AI의 종류, 입력,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OpenAI GPT API가 맡는 세 가지 작업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4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846320"/>
                <a:gridCol w="3840480"/>
              </a:tblGrid>
              <a:tr h="685800">
                <a:tc>
                  <a:txBody>
                    <a:bodyPr wrap="square"/>
                    <a:lstStyle/>
                    <a:p>
                      <a:pPr eaLnBrk="0"/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AI 작업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① 취향 분석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사용자 답변
예: “체험형, 귀여운 분위기, 사진 촬영, 무료 입장 선호”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태그별 선호도 프로필 (JSON)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② 장소 특징 추출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팝업·전시 소개글
예: “체험 이벤트, 포토존, 캐릭터 굿즈 판매”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정해진 태그로 구조화한 데이터
(체험, 포토존, 굿즈, 분위기, 가격대)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③ 추천 이유 설명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사용자 취향 + 코드가 정한 추천 결과와 일치 태그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이해하기 쉬운 추천 이유 문장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8348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AI는 자연어를 구조화된 데이터로 바꾸고 결과를 설명한다.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코드는 필터링과 점수 계산을 맡는다. 그래서 같은 입력이면 항상 같은 결과가 나오고, 테스트할 수 있다.</a:t>
            </a:r>
          </a:p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공통 태그  활동: 체험·사진·굿즈·관람·음식  |  분위기: 귀여운·조용한·트렌디·예술적·레트로  |  가격: 무료~3만원 초과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팝업 소개글에서 특징 추출하기 (AI ②)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ChatGPT에 입력한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3035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029200" cy="37490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0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너는 팝업·전시 소개글에서 특징을 추출하는 분석기야.
아래 소개글을 읽고 정해진 태그 안에서만 골라 JSON으로만 답해.
허용 태그
- activities: 체험, 사진, 굿즈, 관람, 음식
- moods: 귀여운, 조용한, 트렌디, 예술적, 레트로
- price: 무료, 1만원 이하, 1~3만원, 3만원 초과, 알수없음
- reservation: 필요, 불필요, 알수없음
규칙: 소개글에 근거가 없는 태그는 넣지 마.
각 태그마다 근거 문장을 evidence에 짧게 적어.
출력 형식
{"activities": [], "moods": [], "price": "",
 "reservation": "", "evidence": {}}
소개글: (실제 팝업 공식 안내 문구)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7830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실행 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48840"/>
            <a:ext cx="5212080" cy="3291840"/>
          </a:xfrm>
          <a:prstGeom prst="rect">
            <a:avLst/>
          </a:prstGeom>
          <a:noFill/>
          <a:ln w="12700">
            <a:solidFill>
              <a:srgbClr val="5C686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48840"/>
            <a:ext cx="5212080" cy="3291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ChatGPT 실행 화면 캡처를 여기에 넣기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532120"/>
            <a:ext cx="5212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이 결과는 장소 DB에 저장되어 추천 점수 계산에 쓰인다.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취향이 다르면 추천도 달라진다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추천 알고리즘 시연 결과  ·  테스트 데이터 8곳(가상 예시)  ·  방문일 2026-10-31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A  ·  체험·사진·귀여운·무료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560320"/>
            <a:ext cx="4114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59689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캐릭터 팝업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89864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성수 · 무료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2834639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2834639"/>
            <a:ext cx="1371600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560320"/>
            <a:ext cx="5943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Consolas"/>
                <a:ea typeface="맑은 고딕"/>
              </a:rPr>
              <a:t>1.00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37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3337560"/>
            <a:ext cx="4114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337413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레트로 게임 팝업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675887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홍대 · 무료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611879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611879"/>
            <a:ext cx="946403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3337560"/>
            <a:ext cx="5943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Consolas"/>
                <a:ea typeface="맑은 고딕"/>
              </a:rPr>
              <a:t>0.69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1480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19" y="4114800"/>
            <a:ext cx="4114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41513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디저트 팝업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445312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성수 · 1만원 이하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4389120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0" y="4389120"/>
            <a:ext cx="88879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4114800"/>
            <a:ext cx="5943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Consolas"/>
                <a:ea typeface="맑은 고딕"/>
              </a:rPr>
              <a:t>0.65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1031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B  ·  관람·조용한·예술적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560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2560320"/>
            <a:ext cx="4114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59" y="259689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미디어아트 전시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59" y="289864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종로 · 1~3만원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2834639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09760" y="2834639"/>
            <a:ext cx="1268730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81359" y="2560320"/>
            <a:ext cx="5943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Consolas"/>
                <a:ea typeface="맑은 고딕"/>
              </a:rPr>
              <a:t>0.93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337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59" y="3337560"/>
            <a:ext cx="4114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59" y="337413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사진전 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59" y="3675887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용산 · 1만원 이하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9760" y="3611879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3611879"/>
            <a:ext cx="109453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81359" y="3337560"/>
            <a:ext cx="5943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Consolas"/>
                <a:ea typeface="맑은 고딕"/>
              </a:rPr>
              <a:t>0.80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11480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59" y="4114800"/>
            <a:ext cx="4114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59" y="41513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북카페 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59" y="445312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종로 · 1만원 이하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0" y="4389120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09760" y="4389120"/>
            <a:ext cx="529437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81359" y="4114800"/>
            <a:ext cx="5943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Consolas"/>
                <a:ea typeface="맑은 고딕"/>
              </a:rPr>
              <a:t>0.39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49834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074920"/>
            <a:ext cx="5943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1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B4462F"/>
                </a:solidFill>
                <a:latin typeface="맑은 고딕"/>
                <a:ea typeface="맑은 고딕"/>
              </a:rPr>
              <a:t>자동으로 제외된 곳</a:t>
            </a:r>
          </a:p>
          <a:p>
            <a:pPr algn="l" eaLnBrk="0">
              <a:lnSpc>
                <a:spcPct val="11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종료된 팝업 G  →  운영 종료</a:t>
            </a:r>
          </a:p>
          <a:p>
            <a:pPr algn="l" eaLnBrk="0">
              <a:lnSpc>
                <a:spcPct val="11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향수 브랜드 팝업 H  →  방문일에 아직 시작 전 (11/5 시작)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074920"/>
            <a:ext cx="45720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1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점수 계산식</a:t>
            </a:r>
          </a:p>
          <a:p>
            <a:pPr algn="l" eaLnBrk="0">
              <a:lnSpc>
                <a:spcPct val="11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0.4 × 활동 일치 + 0.3 × 분위기 일치
+ 0.15 × 종류 선호 + 0.15 × 가격 적합도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이유 만들기 (AI ③)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ChatGPT에 입력한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3035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1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취향: 체험(1순위), 사진(2순위),
            귀여운 분위기, 무료 선호
추천 장소: 캐릭터 팝업 A
          (1위, 이미 확정된 순위이므로 바꾸지 마)
일치한 특징: 체험, 사진, 굿즈, 귀여운, 트렌디
            / 무료 입장
이 장소를 추천하는 이유를 친근한 말투로
2문장 이내로 써줘.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53035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5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순위는 코드가 이미 정했다. AI는 그 결과를 사용자가 이해하기 쉬운 말로 설명하는 역할만 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830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실행 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48840"/>
            <a:ext cx="5212080" cy="3931920"/>
          </a:xfrm>
          <a:prstGeom prst="rect">
            <a:avLst/>
          </a:prstGeom>
          <a:noFill/>
          <a:ln w="12700">
            <a:solidFill>
              <a:srgbClr val="5C686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40"/>
            <a:ext cx="5212080" cy="3931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 eaLnBrk="0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ChatGPT 실행 화면 캡처를 여기에 넣기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기획 발전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아이디어에서 추천 시스템으로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377440"/>
            <a:ext cx="10424160" cy="36576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258568"/>
            <a:ext cx="274320" cy="274320"/>
          </a:xfrm>
          <a:prstGeom prst="ellipse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처음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201168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5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AI가 팝업을 추천해 주는 아이디어</a:t>
            </a:r>
          </a:p>
        </p:txBody>
      </p:sp>
      <p:sp>
        <p:nvSpPr>
          <p:cNvPr id="11" name="Oval 10"/>
          <p:cNvSpPr/>
          <p:nvPr/>
        </p:nvSpPr>
        <p:spPr>
          <a:xfrm>
            <a:off x="2971799" y="2258568"/>
            <a:ext cx="274320" cy="274320"/>
          </a:xfrm>
          <a:prstGeom prst="ellipse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39" y="274320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구조화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3200400"/>
            <a:ext cx="201168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5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취향과 장소 정보를 같은 기준의 태그 데이터로 표현</a:t>
            </a:r>
          </a:p>
        </p:txBody>
      </p:sp>
      <p:sp>
        <p:nvSpPr>
          <p:cNvPr id="14" name="Oval 13"/>
          <p:cNvSpPr/>
          <p:nvPr/>
        </p:nvSpPr>
        <p:spPr>
          <a:xfrm>
            <a:off x="5166360" y="2258568"/>
            <a:ext cx="274320" cy="274320"/>
          </a:xfrm>
          <a:prstGeom prst="ellipse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74320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역할 분리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200400"/>
            <a:ext cx="201168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5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AI는 분석과 설명, 알고리즘은 필터와 순위</a:t>
            </a:r>
          </a:p>
        </p:txBody>
      </p:sp>
      <p:sp>
        <p:nvSpPr>
          <p:cNvPr id="17" name="Oval 16"/>
          <p:cNvSpPr/>
          <p:nvPr/>
        </p:nvSpPr>
        <p:spPr>
          <a:xfrm>
            <a:off x="7360919" y="2258568"/>
            <a:ext cx="274320" cy="274320"/>
          </a:xfrm>
          <a:prstGeom prst="ellipse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59" y="274320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59" y="3200400"/>
            <a:ext cx="201168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5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검색 API의 저장·재가공 제한을 고려해 공식 출처로 확인한 정보만 저장</a:t>
            </a:r>
          </a:p>
        </p:txBody>
      </p:sp>
      <p:sp>
        <p:nvSpPr>
          <p:cNvPr id="20" name="Oval 19"/>
          <p:cNvSpPr/>
          <p:nvPr/>
        </p:nvSpPr>
        <p:spPr>
          <a:xfrm>
            <a:off x="9555480" y="2258568"/>
            <a:ext cx="274320" cy="274320"/>
          </a:xfrm>
          <a:prstGeom prst="ellipse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19" y="274320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검증 후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200400"/>
            <a:ext cx="201168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5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소규모 데이터로 먼저 검증하고 자동 수집으로 확장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최종 발표까지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6주 개발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 eaLnBrk="0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9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88136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583680"/>
                <a:gridCol w="2377440"/>
              </a:tblGrid>
              <a:tr h="530351">
                <a:tc>
                  <a:txBody>
                    <a:bodyPr wrap="square"/>
                    <a:lstStyle/>
                    <a:p>
                      <a:pPr eaLnBrk="0"/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결과물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530351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10/28 – 11/3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실제 팝업·전시·카페 15~20곳 수집(공식 출처), Supabase DB 구축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장소 DB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11/4 – 11/10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GPT API 연동: 장소 특징 자동 추출, 사람이 붙인 태그와 정확도 비교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특징 추출 기능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530351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11/11 – 11/17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취향 질문 화면과 추천 결과 화면(웹), 추천 이유 연동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동작하는 웹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11/18 – 11/24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좋아요/별로예요 피드백 반영, 가상 사용자로 추천 결과 검증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530351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11/25 – 12/1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정기 업데이트(종료 장소 자동 제외, 신규 후보 등록), API 약관 확인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자동 갱신 기능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 wrap="square"/>
                    <a:lstStyle/>
                    <a:p>
                      <a:pPr eaLnBrk="0"/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12/2 – 12/8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테스트, 버그 수정, 최종 발표 준비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eaLnBrk="0"/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최종 시연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기술 스택  Python(추천 알고리즘) · OpenAI GPT API · Supabase(DB) · 웹 화면 · 스케줄러(하루 1회 갱신)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최종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30000"/>
              </a:lnSpc>
              <a:spcAft>
                <a:spcPts val="600"/>
              </a:spcAft>
            </a:pPr>
            <a:r>
              <a:rPr sz="30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실제 장소 데이터를 바탕으로 취향에 맞는 곳을 찾아주고,
운영 상태까지 계속 확인하는 추천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97680"/>
            <a:ext cx="914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eaLnBrk="0">
              <a:lnSpc>
                <a:spcPct val="120000"/>
              </a:lnSpc>
              <a:spcAft>
                <a:spcPts val="600"/>
              </a:spcAft>
            </a:pPr>
            <a:r>
              <a:rPr sz="22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감사합니다  ·  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